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39.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3.45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same stars, around the world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v3.45</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constellation page now shows how Singapore’s Chinese, Malay and Indian communities named the very same star patterns — beside the Greek myth.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Orion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Shen (the Three Stars); Malay Bintang Tiga Beradik, used to find the qibla; Indian Mrigashira, the deer’s 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Pleiades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Mao; Malay Bintang Tujuh (the seven stars); Indian Krittika, the six mothers of the war-god Murugan.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Big Dipper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Beidou (Northern Dipper); Malay Buruj Biduk (the ladle); Indian Saptarishi, the Seven Sages.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Scorpius &amp; the Cross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Antares is the Heart of the Chinese Azure Dragon; the Southern Cross is the Malay stingray Bintang Pari and the Javanese leaning hut.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Sirius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Chinese Celestial Wolf, Tianlang — the lone bright star said to warn of invasion.</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Verified and honest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checked against the Chinese lunar-mansion, Malay/Javanese and Indian nakshatra traditions, noting that cultures grouped the stars differently.</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